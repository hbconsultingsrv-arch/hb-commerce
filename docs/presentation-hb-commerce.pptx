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Plateforme HB Commerce - FIAFI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Cahier de présentation fonctionnelle</a:t>
            </a:r>
          </a:p>
        </p:txBody>
      </p:sp>
      <p:sp>
        <p:nvSpPr>
          <p:cNvPr id="424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Commerce B2B huile d’olive FIAFI</a:t>
            </a:r>
          </a:p>
        </p:txBody>
      </p:sp>
      <p:sp>
        <p:nvSpPr>
          <p:cNvPr id="835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Mise à jour : 18/06/2026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Objectifs du projet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Digitaliser la vente en gros</a:t>
            </a:r>
          </a:p>
        </p:txBody>
      </p:sp>
      <p:sp>
        <p:nvSpPr>
          <p:cNvPr id="416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Centraliser commandes, prix, factures et livraison</a:t>
            </a:r>
          </a:p>
        </p:txBody>
      </p:sp>
      <p:sp>
        <p:nvSpPr>
          <p:cNvPr id="845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Donner un espace dédié à chaque rôle</a:t>
            </a:r>
          </a:p>
        </p:txBody>
      </p:sp>
      <p:sp>
        <p:nvSpPr>
          <p:cNvPr id="1260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Tracer fournisseurs, stock et approvisionnement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Rôles utilisateurs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Client société</a:t>
            </a:r>
          </a:p>
        </p:txBody>
      </p:sp>
      <p:sp>
        <p:nvSpPr>
          <p:cNvPr id="402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Agent commercial</a:t>
            </a:r>
          </a:p>
        </p:txBody>
      </p:sp>
      <p:sp>
        <p:nvSpPr>
          <p:cNvPr id="797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Admin HB Commerce</a:t>
            </a:r>
          </a:p>
        </p:txBody>
      </p:sp>
      <p:sp>
        <p:nvSpPr>
          <p:cNvPr id="1193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Super root</a:t>
            </a:r>
          </a:p>
        </p:txBody>
      </p:sp>
      <p:sp>
        <p:nvSpPr>
          <p:cNvPr id="1583" name="Bullet"/>
          <p:cNvSpPr/>
          <p:nvPr/>
        </p:nvSpPr>
        <p:spPr>
          <a:xfrm>
            <a:off x="900000" y="353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Fournisseur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Parcours client société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Inscription ou création par back-office</a:t>
            </a:r>
          </a:p>
        </p:txBody>
      </p:sp>
      <p:sp>
        <p:nvSpPr>
          <p:cNvPr id="427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Prix masqués hors connexion</a:t>
            </a:r>
          </a:p>
        </p:txBody>
      </p:sp>
      <p:sp>
        <p:nvSpPr>
          <p:cNvPr id="833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Prix personnalisés après connexion</a:t>
            </a:r>
          </a:p>
        </p:txBody>
      </p:sp>
      <p:sp>
        <p:nvSpPr>
          <p:cNvPr id="1246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Factures et historique de commandes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Dashboard admin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Créer clients et agents commerciaux</a:t>
            </a:r>
          </a:p>
        </p:txBody>
      </p:sp>
      <p:sp>
        <p:nvSpPr>
          <p:cNvPr id="423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Valider commandes</a:t>
            </a:r>
          </a:p>
        </p:txBody>
      </p:sp>
      <p:sp>
        <p:nvSpPr>
          <p:cNvPr id="819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Gérer chat et modération</a:t>
            </a:r>
          </a:p>
        </p:txBody>
      </p:sp>
      <p:sp>
        <p:nvSpPr>
          <p:cNvPr id="1222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Gérer fournisseurs et stock</a:t>
            </a:r>
          </a:p>
        </p:txBody>
      </p:sp>
      <p:sp>
        <p:nvSpPr>
          <p:cNvPr id="1629" name="Bullet"/>
          <p:cNvSpPr/>
          <p:nvPr/>
        </p:nvSpPr>
        <p:spPr>
          <a:xfrm>
            <a:off x="900000" y="353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Mettre à jour le suivi livraison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Dashboard super root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Gestion globale des rôles</a:t>
            </a:r>
          </a:p>
        </p:txBody>
      </p:sp>
      <p:sp>
        <p:nvSpPr>
          <p:cNvPr id="413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Modification des profils</a:t>
            </a:r>
          </a:p>
        </p:txBody>
      </p:sp>
      <p:sp>
        <p:nvSpPr>
          <p:cNvPr id="816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Prix personnalisés</a:t>
            </a:r>
          </a:p>
        </p:txBody>
      </p:sp>
      <p:sp>
        <p:nvSpPr>
          <p:cNvPr id="1213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Accès aux dashboards admin et client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Agent commercial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Assigné à des clients précis</a:t>
            </a:r>
          </a:p>
        </p:txBody>
      </p:sp>
      <p:sp>
        <p:nvSpPr>
          <p:cNvPr id="416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Valide commandes de ses clients</a:t>
            </a:r>
          </a:p>
        </p:txBody>
      </p:sp>
      <p:sp>
        <p:nvSpPr>
          <p:cNvPr id="826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Dialogue via chat</a:t>
            </a:r>
          </a:p>
        </p:txBody>
      </p:sp>
      <p:sp>
        <p:nvSpPr>
          <p:cNvPr id="1222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Fixe les prix personnalisés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Gestion fournisseurs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Fiche fournisseur</a:t>
            </a:r>
          </a:p>
        </p:txBody>
      </p:sp>
      <p:sp>
        <p:nvSpPr>
          <p:cNvPr id="405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Compte fournisseur dédié</a:t>
            </a:r>
          </a:p>
        </p:txBody>
      </p:sp>
      <p:sp>
        <p:nvSpPr>
          <p:cNvPr id="808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Produits rattachés au fournisseur</a:t>
            </a:r>
          </a:p>
        </p:txBody>
      </p:sp>
      <p:sp>
        <p:nvSpPr>
          <p:cNvPr id="1220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Commandes d’approvisionnement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Stock et délais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Stock disponible par produit/fournisseur</a:t>
            </a:r>
          </a:p>
        </p:txBody>
      </p:sp>
      <p:sp>
        <p:nvSpPr>
          <p:cNvPr id="428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Stock réservé</a:t>
            </a:r>
          </a:p>
        </p:txBody>
      </p:sp>
      <p:sp>
        <p:nvSpPr>
          <p:cNvPr id="820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Délai fournisseur</a:t>
            </a:r>
          </a:p>
        </p:txBody>
      </p:sp>
      <p:sp>
        <p:nvSpPr>
          <p:cNvPr id="1216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Estimation livraison client selon stock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Factures et livraison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Facture téléchargeable par commande</a:t>
            </a:r>
          </a:p>
        </p:txBody>
      </p:sp>
      <p:sp>
        <p:nvSpPr>
          <p:cNvPr id="423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Suivi transporteur</a:t>
            </a:r>
          </a:p>
        </p:txBody>
      </p:sp>
      <p:sp>
        <p:nvSpPr>
          <p:cNvPr id="820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Numéro et lien de suivi</a:t>
            </a:r>
          </a:p>
        </p:txBody>
      </p:sp>
      <p:sp>
        <p:nvSpPr>
          <p:cNvPr id="1222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Date estimée et date livrée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Architecture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Frontend statique GitHub Pages</a:t>
            </a:r>
          </a:p>
        </p:txBody>
      </p:sp>
      <p:sp>
        <p:nvSpPr>
          <p:cNvPr id="418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Backend Supabase Auth + Database</a:t>
            </a:r>
          </a:p>
        </p:txBody>
      </p:sp>
      <p:sp>
        <p:nvSpPr>
          <p:cNvPr id="829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RLS pour sécurité par rôle</a:t>
            </a:r>
          </a:p>
        </p:txBody>
      </p:sp>
      <p:sp>
        <p:nvSpPr>
          <p:cNvPr id="1234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Migrations SQL versionnées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F3D32"/>
          </a:solidFill>
          <a:ln>
            <a:noFill/>
          </a:ln>
        </p:spPr>
        <p:txBody>
          <a:bodyPr/>
          <a:lstStyle/>
          <a:p>
            <a:r>
              <a:rPr lang="fr-FR" sz="2200" b="1">
                <a:solidFill>
                  <a:srgbClr val="F5F0E6"/>
                </a:solidFill>
              </a:rPr>
              <a:t>HB Commerce | FIAFI</a:t>
            </a:r>
          </a:p>
        </p:txBody>
      </p:sp>
      <p:sp>
        <p:nvSpPr>
          <p:cNvPr id="3" name="Title"/>
          <p:cNvSpPr/>
          <p:nvPr/>
        </p:nvSpPr>
        <p:spPr>
          <a:xfrm>
            <a:off x="650000" y="820000"/>
            <a:ext cx="10500000" cy="5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3600" b="1">
                <a:solidFill>
                  <a:srgbClr val="0F3D32"/>
                </a:solidFill>
              </a:rPr>
              <a:t>Prochaines étapes</a:t>
            </a:r>
          </a:p>
        </p:txBody>
      </p:sp>
      <p:sp>
        <p:nvSpPr>
          <p:cNvPr id="4" name="Accent"/>
          <p:cNvSpPr/>
          <p:nvPr/>
        </p:nvSpPr>
        <p:spPr>
          <a:xfrm>
            <a:off x="650000" y="1370000"/>
            <a:ext cx="1900000" cy="65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ullet"/>
          <p:cNvSpPr/>
          <p:nvPr/>
        </p:nvSpPr>
        <p:spPr>
          <a:xfrm>
            <a:off x="900000" y="145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Exécuter les migrations Supabase</a:t>
            </a:r>
          </a:p>
        </p:txBody>
      </p:sp>
      <p:sp>
        <p:nvSpPr>
          <p:cNvPr id="420" name="Bullet"/>
          <p:cNvSpPr/>
          <p:nvPr/>
        </p:nvSpPr>
        <p:spPr>
          <a:xfrm>
            <a:off x="900000" y="197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Créer le super root</a:t>
            </a:r>
          </a:p>
        </p:txBody>
      </p:sp>
      <p:sp>
        <p:nvSpPr>
          <p:cNvPr id="818" name="Bullet"/>
          <p:cNvSpPr/>
          <p:nvPr/>
        </p:nvSpPr>
        <p:spPr>
          <a:xfrm>
            <a:off x="900000" y="249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Créer fournisseurs et agents</a:t>
            </a:r>
          </a:p>
        </p:txBody>
      </p:sp>
      <p:sp>
        <p:nvSpPr>
          <p:cNvPr id="1225" name="Bullet"/>
          <p:cNvSpPr/>
          <p:nvPr/>
        </p:nvSpPr>
        <p:spPr>
          <a:xfrm>
            <a:off x="900000" y="3010000"/>
            <a:ext cx="7800000" cy="42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fr-FR" sz="2400"/>
              <a:t>• Tester un cycle commande complet</a:t>
            </a:r>
          </a:p>
        </p:txBody>
      </p:sp>
    </p:spTree>
  </p:cSld>
  <p:clrMapOvr>
    <a:masterClrMapping/>
  </p:clrMapOvr>
</p:sld>
</file>