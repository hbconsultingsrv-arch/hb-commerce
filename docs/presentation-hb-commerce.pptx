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b-comme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"/>
            <a:ext cx="2148840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54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HB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D32"/>
                </a:solidFill>
              </a:rPr>
              <a:t>Plateforme HB Commerce - FIAFI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87451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6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Présentation fonctionnelle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14016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78024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Commerce B2B huile d’olive FIAFI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Mise à jour : 18/06/2026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Présentation HB Commerce ·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b-comme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"/>
            <a:ext cx="2148840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54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HB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D32"/>
                </a:solidFill>
              </a:rPr>
              <a:t>Vision &amp; objectifs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87451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6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Digitaliser la vente en gros FIAFI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14016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78024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Centraliser clients, commandes et prix personnalisés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Piloter fournisseurs, stock et délais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47872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11880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Tracer factures, livraison et historique complet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Présentation HB Commerce ·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b-comme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"/>
            <a:ext cx="2148840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54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HB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D32"/>
                </a:solidFill>
              </a:rPr>
              <a:t>Rôles de la plateforme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87451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6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Client société : commande, chat, factures, suivi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14016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78024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Agent commercial : portefeuille client assigné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Admin HB Commerce : opérations et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47872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11880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Super root : gouvernance et accès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Fournisseur : stock et approvisionnement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Présentation HB Commerce ·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b-comme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"/>
            <a:ext cx="2148840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54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HB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D32"/>
                </a:solidFill>
              </a:rPr>
              <a:t>Parcours client société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87451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6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Inscription ou création par back-office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14016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78024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Rôle client imposé à la création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SIREN, TVA, adresse et contact obligatoires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47872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11880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Prix personnalisés après connexion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Historique complet des commandes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Présentation HB Commerce ·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b-comme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"/>
            <a:ext cx="2148840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54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HB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D32"/>
                </a:solidFill>
              </a:rPr>
              <a:t>Agent commercial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87451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6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Assigné à des clients précis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14016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78024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Valide et suit les commandes de ses clients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Échange via chat pour finaliser les commandes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47872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11880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Fixe les prix personnalisés de son portefeuille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Admin et super root sont assignables comme agents par défaut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Présentation HB Commerce ·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b-comme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"/>
            <a:ext cx="2148840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54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HB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D32"/>
                </a:solidFill>
              </a:rPr>
              <a:t>Dashboard 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87451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6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Gestion produits et fournisseurs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14016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78024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Création clients et agents commerciaux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Affectation agent ↔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47872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11880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Validation commandes et suivi livraison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Modération du chat et fixation des prix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Présentation HB Commerce ·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b-comme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"/>
            <a:ext cx="2148840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54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HB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D32"/>
                </a:solidFill>
              </a:rPr>
              <a:t>Dashboard super root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87451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6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Gestion globale des profils et rôles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14016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78024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Création et modification utilisateurs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Accès au dashboard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47872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11880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Pilotage des prix personnalisés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Supervision des droits et accès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Présentation HB Commerce ·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b-comme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"/>
            <a:ext cx="2148840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54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HB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D32"/>
                </a:solidFill>
              </a:rPr>
              <a:t>Gestion fournisseurs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87451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6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Fiche fournisseur complète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14016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78024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Compte fournisseur dédié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Produits rattachés à un fournisseur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47872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11880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Commandes d’approvisionnement HB Commerce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Mise à jour stock et délais fournisseur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Présentation HB Commerce ·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b-comme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"/>
            <a:ext cx="2148840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54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HB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D32"/>
                </a:solidFill>
              </a:rPr>
              <a:t>Stock &amp; délai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87451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6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Stock disponible par produit/fournisseur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14016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78024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Stock réservé pris en compte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Délai fournisseur configurable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47872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11880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Délai client estimé selon disponibilité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Date estimée enregistrée sur la commande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Présentation HB Commerce ·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b-comme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"/>
            <a:ext cx="2148840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54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HB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D32"/>
                </a:solidFill>
              </a:rPr>
              <a:t>Commandes, factures, livraison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87451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6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Statuts : validation, paiement, préparation, expédition, livraison, annulation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14016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78024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Facture téléchargeable par commande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Transporteur, numéro et lien de suivi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47872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11880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Date estimée et date livrée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Notes de livraison conservées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Présentation HB Commerce ·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b-comme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"/>
            <a:ext cx="2148840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54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HB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D32"/>
                </a:solidFill>
              </a:rPr>
              <a:t>Chat &amp; modération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87451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6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Historique conservé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14016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78024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Messages client en attente de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Admin/agent peut accepter ou refuser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47872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11880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Commentaires refusés non visibles dans le fil validé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Échanges dédiés à la finalisation des commandes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Présentation HB Commerce ·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b-comme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"/>
            <a:ext cx="2148840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54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HB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D32"/>
                </a:solidFill>
              </a:rPr>
              <a:t>Architecture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87451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6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Frontend statique HTML/CSS/JS sur GitHub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14016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78024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Supabase Auth pour les comptes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Supabase Database pour données métier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47872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11880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RLS pour isoler client, agent, fournisseur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Migrations SQL versionnées dans le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Présentation HB Commerce ·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b-comme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"/>
            <a:ext cx="2148840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54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HB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D32"/>
                </a:solidFill>
              </a:rPr>
              <a:t>Migrations Supabase clés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87451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6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migration-access-chat-pricing.sql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14016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78024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migration-company-client-fields.sql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migration-commercial-agents.sql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47872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11880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migration-order-delivery-tracking.sql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migration-suppliers.sql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Présentation HB Commerce ·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b-comme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"/>
            <a:ext cx="2148840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54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HB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D32"/>
                </a:solidFill>
              </a:rPr>
              <a:t>Prochaines étapes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87451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6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Exécuter les migrations sur Supabase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14016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78024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Créer/valider le compte super root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Créer agents et fournisseurs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47872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11880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Assigner agents et fournisseurs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10561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C2C2C"/>
                </a:solidFill>
              </a:rPr>
              <a:t>• Tester un cycle complet : stock → commande → paiement → livraison → facture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Présentation HB Commerce ·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