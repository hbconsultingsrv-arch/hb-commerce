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55448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Plateforme HB Commerce - FIAFI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Présentation fonctionnelle consolidée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Mise à jour : 18/06/2026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Création unifiée sociétés et utilisateurs internes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1/12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55448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Vision du projet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Commerce B2B FIAFI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Pilotage clients, fournisseurs, agents et stock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Traçabilité commandes, factures et livraison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Back-office par rôle sécurisé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55448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Création des comptes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Créer société client / fournisseur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Inscription en ligne = société en attente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Admin/super root affecte client ou fournisseur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Créer utilisateur interne HB Commerce séparément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55448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Utilisateurs internes HB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Agent commercial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Admin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Super root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Aucune saisie société/SIREN/TVA/adresse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Rattachement automatique à HB Commerce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55448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Clients sociétés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SIREN, TVA, adresse, contact obligatoires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Prix personnalisés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Historique complet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Factures téléchargeables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Suivi livraison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55448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Agents commerciaux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Assignation à des clients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Admin et super root assignables par défaut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Validation commandes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Chat et prix personnalisés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Portefeuille limité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55448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Fournisseurs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Fiche fournisseur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Compte supplier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Espace supplier.html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Gestion stock disponible/réservé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Commandes approvisionnement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55448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Stock et délais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Stock par produit/fournisseur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Délai fournisseur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Délai client estimé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Date estimée enregistrée sur commande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55448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Factures et livraison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Facture HTML par commande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Transporteur et tracking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Date estimée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Date livrée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Notes livraison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55448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GitHub Pages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Supabase Auth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Supabase Database + RLS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Migrations SQL versionnées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Dashboards HTML/JS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55448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Migrations SQL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migration-access-chat-pricing.sql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migration-company-client-fields.sql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migration-commercial-agents.sql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migration-order-delivery-tracking.sql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migration-suppliers.sql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55448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Critères clés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Admin ne crée pas de super 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Fournisseur voit son stock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Agent voit ses clients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Client voit ses factures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Société inscrite attend affectation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